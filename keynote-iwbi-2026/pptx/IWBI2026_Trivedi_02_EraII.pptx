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year is 2020. You're a radiologist, and you've spent the last four years hearing about AI. Maybe you're impressed; maybe you're worried about being replaced. And the reading room is still feeling the burn from CAD — some colleagues are running CAD and AI in tandem, which only adds to the confusion. So the question is simple: what does mammography AI actually look like, and what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optimism wasn't new in 2020. Back in 2016 came the first large-scale effort to build breast-cancer AI: the Digital Mammography DREAM Challenge. Over a thousand participants, 126 teams from 44 countries, on roughly 640,000 mammograms; we took part. There was an incredible surge of optimism that this would simply solve breast AI. On the held-out evaluation set, the best single model reached an AUC of 0.858; the ensemble of the eight best models reached 0.895; and the ensemble plus a single radiologist reached 0.942. The winner, Therapixel, spun out a company whose product, MammoScreen, is still in clinical use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was the early evidence? In 2020, McKinney and colleagues at Google Health, in Nature, reported an AI that on US data cut false positives by 5.7% and false negatives by 9.4%, exceeded the average radiologist's AUC by over 11 points, and could cut a second reader's workload by 88%. The figure shows example cases the model localized. On paper, superhuman — but retrospective.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it held up independently. Salim and colleagues, in JAMA Oncology, took three commercial AI algorithms and tested them on an external Stockholm cohort of about 8,800 women. The best — Algorithm 1 here — reached an AUC of 0.956, and combined with a first reader it reached 88.6% sensitivity at 93% specificity, exceeding two human readers. Three different vendors, external data — the evidence is looking good.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here is the discipline this talk runs on. Retrospective reader studies have well-known limits: enriched case sets, lab conditions, no real workflow. CAD had good retrospective numbers too. That kind of data is not enough to drive adoption. And it shows: a 2024 European survey found about 48% of radiologists use AI, but of those only 13.7% use it for breast imaging, about one in eight. In the US, by one estimate, only around 2% of practices use it at 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2023, MASAI published its clinical safety analysis — a randomized trial of about eighty thousand women, roughly forty thousand per arm. Cancer detection was 6.1 per thousand with AI versus 5.1 in controls, a ratio of 1.2, above the lowest acceptable safety limit. Recall was essentially identical, 2.2 versus 2.0 percent; the false-positive rate was 1.5 percent in both; and the positive predictive value of recall was higher with AI, 28 versus 25 percent. Three-quarters of detected cancers were invasive. So: safe, and detecting more — the green light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it hold in routine practice? PRAIM is the largest real-world dataset: 463,000 women across 12 German sites, 119 radiologists, with about 261,000 read with AI support from the Vara system. Detection was 6.7 per thousand with AI, a 17.6 percent relative increase, statistically superior to 5.7 in controls; recall was non-inferior, and the predictive value of both recall and biopsy improved. The MASAI result holds outside a controlled trial.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year, the result everyone was waiting for: MASAI's interval-cancer study, about 105,000 women. The design is a triage — high-risk exams went to standard human double reading, low-risk exams to a single radiologist. The interval-cancer rate — the cancers that surface between screens — was 12 percent lower, non-inferior. Sensitivity was 80.5 percent with AI versus 73.8 in controls, a near seven-point gain, at the same specificity of 98.5 percent, and the results held across age and breast-density subgroups. This is the level-1 evidence CAD never had.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it is 2026 — where do we actually stand? The averages look strong, but a single AUC describes average performance and says nothing about where a model fails. In our audit of a commercial DBT model across 163,000 exams, the overall AUC was 0.91 — but detection drops sharply by histologic subtype. The common invasive ductal cancers are flagged about 86 percent of the time; the rarer special subtypes — tubular, papillary, colloid — far less, 57 to 62 percent, though on small numbers. Sensitivity also falls on dense breasts, in-situ disease, and calcifications even as the AUC stays high. And in our Beyond Screening work, the models did not transfer to diagnostic exams or to women with implants. The two gaps: subgroup performance, and explainability.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one recent result points straight at the next era. Hickman and colleagues, in Radiology this year, ran three commercial detection systems across sequential screening mammograms. For people later diagnosed with cancer, the AI detection score is already elevated up to ten years before diagnosis and rises steadily toward it; in cancer-free people it stays flat. The score we trained to find today's cancer already carries a signal about tomorrow's. Detection is blurring into risk — and that is exactly where Era III begins. We stop asking the image about the lesion, and start asking it about the whole image, and the patient.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2_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2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2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2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2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2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2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2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2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2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