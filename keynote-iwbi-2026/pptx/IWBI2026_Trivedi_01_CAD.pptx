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year is 1998 — the year the FDA cleared the first CAD system for mammography. Computer-aided detection has just arrived: software that puts a mark on every mammogram to flag a possible cancer. A second set of eyes, automatically. It feels like the future.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within a decade, it is everywhere. A reimbursement code in 2002 — not an outcomes trial — drove adoption from nothing to about 74% of US screening mammograms by 2008, and 92% by 2016. We adopted it on a billing code, not a clinical trial.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reading room is not convinced — because conventional CAD produced false positives constantly. Across independent series, seventy to eighty-five percent of normal mammograms carried at least one false-positive mark: Kim seventy, Mahoney up to eighty-five, Watanabe eighty-three — versus fifty-two percent for an AI-based CAD. In per-image terms that is roughly half a mark to one and a half false marks on every image. Mahoney measured about two to three false marks on a normal case — and more on non-dense breasts, where there is more to flag. After enough false alarms, radiologists learned to tune the marks 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data came in. The United States was spending over four hundred million dollars a year — roughly one dollar of every ten thousand in US healthcare. And among radiologists who read both with and without CAD, the odds of detecting a malignant lesion were 47 percent lower with CAD on — same readers, same images. That is quite remarkable. For the radiologists in the audience: every breast radiologist I have spoken with essentially ignores the CAD marks, or finds them disruptive — so this paper was not much of a surprise.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conclusion is worth reading verbatim. It had been foreshadowed years earlier — Fenton, in the New England Journal in 2007, already showed CAD lowered accuracy and raised the biopsy rate.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evidence behind that verdict. On the left, the pooled ROC across 271 radiologists: the curve with CAD off sits at or above the curve with CAD on at every operating point — partial AUC 0.88 without, 0.84 with. On the right, every performance measure, side by side. Cancer detection, identical at 4.1 per thousand. Sensitivity, slightly lower with CAD. Specificity and recall, unchanged. No adjusted odds ratio crosses into benefit. The picture is not subtle: across half a million exams, CAD moved nothing in the right direction.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did it fail? Three reasons. It flagged the cancers we already catch, so it mostly added noise. It marked most normal studies, so readers learned to ignore it. And as an imperfect second reader, it pulled good radiologists toward its mistakes — the over-dependence Lehman described.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from Era I is that CAD was reimbursed before it was proven, and was never shown to help. Around 2012 the technology changed. Traditional CAD was programmed — we wrote the rules. Modern deep learning is trained — it learns the patterns from the images. Traditional CAD pointed at spots; modern models can read the image. Sixteen years later.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1_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1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1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1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1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1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1_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1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