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[Title card] Thirty Years, Three Eras: AI in Breast Imaging, from CAD to Clinical Intelligence. — Hari Trivedi, Emory University.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you all know, this is a screening mammogram. In fact, a normal one — and it was read as normal. This is a real, de-identified exam from Emory. This is what we do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radiologists read this and were right — there is no cancer to see today. So the question I want to pose is: what are we not seeing?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 want to describe by the end of this talk is how AI models — past, present, and future — read this same mammogram, and her eventual biopsy slide, and extract information that is not visible to us. The first estimates a high probability of breast cancer within about five years — which she did develop. The second quantifies calcification in her breast arteries — an independent cardiovascular risk marker, with a measurable dose-response. The third, applied to the slide from her eventual biopsy, estimates a recurrence score we currently send to a genomics lab for about four thousand dollars. None of these is hypothetical. Each is published and externally validated, and one is already in this year's screening guidelines.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about thirty years, we built tools to help us find the lesion — to mark the spot. That was CAD. What's changing now is the scope of the question we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over the next thirty minutes or so, I want to take you on a short journey of how we got here and where we can expect to go: from the lesion, to the image, to the patient. And I'll start with a cautionary tale, because this field has overpromised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ook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